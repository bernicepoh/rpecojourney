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8FD0-F358-CCC3-7C5D-8054DCD4B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40C7E-A55B-0B2E-92F2-E17170573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064F3-0DB6-6152-B4D3-6FB2716F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B61DC-FE5C-4E5F-1ED9-3B4BD6B0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50799-FD3C-F90B-449D-178D1041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643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3F16-2268-A2F5-30EF-4B7DD7D0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72365-B66D-B7CB-E263-6FF5AAA4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7CC38-5092-BD21-BC08-2B52BBCB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B3389-9026-6A23-244B-754DB429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9EAA1-22E3-B904-19F5-3ECCC15A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71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1214-A50C-34AD-F74B-6A568CE6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7A5EF-96AE-8E14-588B-71FF310C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CC023-CDAC-FAF5-CEF3-FE0E4DF6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0045F-A447-D4F9-D632-BCF8AE51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DF4B9-F557-F9DE-D383-B4BB04C2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6724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D6CED-8297-FEAE-BE66-6B99D858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89DE4-ED13-4398-9E07-B3AAE2871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DB2F3-5779-C237-3B39-C1DE4C2B2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E4631-2B21-F45F-3F69-DA960390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15EEF-706B-1BDE-B81E-5F478C03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945B4-3952-4206-C928-7C2D9522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281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DD0C-A26E-C4E8-779B-CED84770D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C2850-AE7B-E393-9759-099D81438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2D8A3-3764-A5C4-5147-C922F3857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D834-D5A0-7858-E90E-B2E64106B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0954B-C9F5-7A6A-7638-029B88B92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80AFB-EADE-E3E5-F9E8-599812C8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55A09F-1752-9E0E-2129-6BCDD0B5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20827-FBFE-7536-23B3-A1782DA9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843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B368-48B6-0C33-BE78-D7A2E249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EC16C-D10D-6C99-E8C6-6617B85F3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35A32-53C1-56FE-AE6D-296891DA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FA663-EAB9-6DA4-4BA9-E6E2CCB8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319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3D388-F826-7BF5-8101-795F8F47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6AD20-D2A5-437A-DD73-718269A5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4B0E3-780E-4952-A125-41FB9267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968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F658-8B72-462E-EF19-7690CCF6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A0FB-6913-CCFF-50D8-660E0443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4905A-910E-15A9-E3C2-8D341BCFD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67D27-FB92-7081-9906-8EBAE505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145B5-1AAE-BD49-D240-F29729DD5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16655-E0E0-6154-DB2A-015B6F05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6552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2CEA-C0D8-E486-FD76-C44B5B10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CF99F-4AC2-44A5-9926-9327AAEFA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EA9E49-61C9-985E-85E9-64F03D5C0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522EA-2CE2-B99F-9CFC-BAA005A3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B84B6-A467-310A-F583-B5C73E09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D69D6-A5A0-E06F-E80C-AC3B715C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831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4D5C-FEE7-E8EB-CFDC-D70FB835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D8E07-9FF3-9DD8-9E08-D0DFC9F97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FF6D-2E39-F673-2516-2F3B71DA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9B6B8-96EB-70B6-1FDC-040C5F8A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FA7A1-9F70-B2EE-4683-7D0B60132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090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DF5FE-D0FD-E301-959B-DB6401CB7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654DE-E49C-A5D5-2B0D-80D5F185D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3B963-BC9F-33B7-146F-AF9D63A8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CC4A7-E411-F1E8-35BF-B599A6DBD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03856-6EB9-020B-9BAC-9B8BB018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006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98C7CE-72EB-89E8-35C0-E286CB88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7EDB1-AE7D-1583-77E0-D3EAF2E78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0CBD3-C9E1-850F-59B5-FBEF91A9D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25656-B68C-4425-86F7-8CD25F9336C3}" type="datetimeFigureOut">
              <a:rPr lang="en-SG" smtClean="0"/>
              <a:t>27/10/2025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F6EF4-4E12-9EA9-0AC4-6D3F2139A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3F8CF-FD07-2FEC-23C5-2ABE56682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44F9B-78B2-4A09-AC0B-9F8BFF73707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178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3EC7-7C44-FE0B-B14E-0A99F63F33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L03 AI Toys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BC6C1-002D-B221-16BD-7F69A4333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23018838 Bernice Poh </a:t>
            </a:r>
          </a:p>
        </p:txBody>
      </p:sp>
    </p:spTree>
    <p:extLst>
      <p:ext uri="{BB962C8B-B14F-4D97-AF65-F5344CB8AC3E}">
        <p14:creationId xmlns:p14="http://schemas.microsoft.com/office/powerpoint/2010/main" val="426722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2A66-0883-15BA-B413-35B270BA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Play time (Eleven Labs)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52C987-A950-6CAA-8D69-5D61681933D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876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Voice - Alice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97CECB-9991-DDA7-41CB-CDE1B364C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032" y="1825625"/>
            <a:ext cx="5382768" cy="570103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Voice - Cassidy</a:t>
            </a:r>
          </a:p>
        </p:txBody>
      </p:sp>
      <p:pic>
        <p:nvPicPr>
          <p:cNvPr id="9" name="ElevenLabs_2025-10-27T06_03_37_Alice_pre_sp100_s100_sb70_se15_b_m2">
            <a:hlinkClick r:id="" action="ppaction://media"/>
            <a:extLst>
              <a:ext uri="{FF2B5EF4-FFF2-40B4-BE49-F238E27FC236}">
                <a16:creationId xmlns:a16="http://schemas.microsoft.com/office/drawing/2014/main" id="{F0B88145-5705-5ECA-B197-6193F2AF87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71165" y="1831213"/>
            <a:ext cx="487363" cy="487363"/>
          </a:xfrm>
          <a:prstGeom prst="rect">
            <a:avLst/>
          </a:prstGeom>
        </p:spPr>
      </p:pic>
      <p:pic>
        <p:nvPicPr>
          <p:cNvPr id="10" name="ElevenLabs_2025-10-27T06_06_05_Cassidy_pvc_sp105_s50_sb75_se0_b_m2">
            <a:hlinkClick r:id="" action="ppaction://media"/>
            <a:extLst>
              <a:ext uri="{FF2B5EF4-FFF2-40B4-BE49-F238E27FC236}">
                <a16:creationId xmlns:a16="http://schemas.microsoft.com/office/drawing/2014/main" id="{6FF17BC1-139D-D1EE-6254-A31DA55DC4C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5581" y="1822069"/>
            <a:ext cx="487363" cy="487363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93966AD-A49C-6661-B1BE-811E8A779712}"/>
              </a:ext>
            </a:extLst>
          </p:cNvPr>
          <p:cNvSpPr txBox="1">
            <a:spLocks/>
          </p:cNvSpPr>
          <p:nvPr/>
        </p:nvSpPr>
        <p:spPr>
          <a:xfrm>
            <a:off x="841248" y="2788920"/>
            <a:ext cx="9665208" cy="2322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Prompt: ‘soft medium-paced tempo of piano notes suitable as background of a presentation’</a:t>
            </a:r>
            <a:endParaRPr lang="en-SG" dirty="0"/>
          </a:p>
        </p:txBody>
      </p:sp>
      <p:pic>
        <p:nvPicPr>
          <p:cNvPr id="12" name="soft_medium-paced_te_#1-1761545886762">
            <a:hlinkClick r:id="" action="ppaction://media"/>
            <a:extLst>
              <a:ext uri="{FF2B5EF4-FFF2-40B4-BE49-F238E27FC236}">
                <a16:creationId xmlns:a16="http://schemas.microsoft.com/office/drawing/2014/main" id="{20E45A9C-CA6C-DB16-EF1D-C749462D95C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78373" y="326682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3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44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4564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5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3748-4F59-3C8A-BE4D-B9F8B61A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(Eleven Labs)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A3A52-565C-F9A1-A603-BFBEE0B95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Suggest how the AI-generated voice you created could enhance a presentation or talk (e.g., making it more engaging, clear, or professional).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The AI-generated voice I created could enhance a presentation with its clarity and accuracy. This would ensure a smooth flow throughout the presentation without any stutters.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brief note reflecting how you may use sound effects generated by Eleven Labs in the future.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In the future I will consider using Eleven Labs to generate sound effects for background noises I might require for a video shoot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Reflect on your experience with the AI travel agent.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The AI travel agent</a:t>
            </a:r>
            <a:endParaRPr lang="en-S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995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A604-816A-022D-7CFA-DC8DD7B31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Play time (</a:t>
            </a:r>
            <a:r>
              <a:rPr lang="en-SG" dirty="0" err="1"/>
              <a:t>Img</a:t>
            </a:r>
            <a:r>
              <a:rPr lang="en-SG" dirty="0"/>
              <a:t> </a:t>
            </a:r>
            <a:r>
              <a:rPr lang="en-SG" dirty="0" err="1"/>
              <a:t>Upscaler</a:t>
            </a:r>
            <a:r>
              <a:rPr lang="en-SG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CF639-CCBB-DB83-3768-13F92AF5E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344" y="5769863"/>
            <a:ext cx="10515600" cy="910019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The details in the image on the right are more defined and the colour is sharper than that on the left</a:t>
            </a:r>
          </a:p>
        </p:txBody>
      </p:sp>
      <p:pic>
        <p:nvPicPr>
          <p:cNvPr id="5" name="Picture 4" descr="A group of people standing in front of a row of cars&#10;&#10;AI-generated content may be incorrect.">
            <a:extLst>
              <a:ext uri="{FF2B5EF4-FFF2-40B4-BE49-F238E27FC236}">
                <a16:creationId xmlns:a16="http://schemas.microsoft.com/office/drawing/2014/main" id="{8BA4DF40-967B-2DFC-8813-7879D7F6C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51" y="1919116"/>
            <a:ext cx="4701497" cy="3563735"/>
          </a:xfrm>
          <a:prstGeom prst="rect">
            <a:avLst/>
          </a:prstGeom>
        </p:spPr>
      </p:pic>
      <p:pic>
        <p:nvPicPr>
          <p:cNvPr id="7" name="Picture 6" descr="A group of cars parked on a street&#10;&#10;AI-generated content may be incorrect.">
            <a:extLst>
              <a:ext uri="{FF2B5EF4-FFF2-40B4-BE49-F238E27FC236}">
                <a16:creationId xmlns:a16="http://schemas.microsoft.com/office/drawing/2014/main" id="{9B7CF8A7-0F05-8D22-34C9-6B65A5CC6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04" y="1887182"/>
            <a:ext cx="4782312" cy="36249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7FBE9C-6D38-7759-87BB-DC056C2DDC25}"/>
              </a:ext>
            </a:extLst>
          </p:cNvPr>
          <p:cNvSpPr txBox="1">
            <a:spLocks/>
          </p:cNvSpPr>
          <p:nvPr/>
        </p:nvSpPr>
        <p:spPr>
          <a:xfrm>
            <a:off x="847344" y="1441577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Before:</a:t>
            </a:r>
            <a:endParaRPr lang="en-SG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589B9F-197C-E5C3-0E51-90B11F9DA839}"/>
              </a:ext>
            </a:extLst>
          </p:cNvPr>
          <p:cNvSpPr txBox="1">
            <a:spLocks/>
          </p:cNvSpPr>
          <p:nvPr/>
        </p:nvSpPr>
        <p:spPr>
          <a:xfrm>
            <a:off x="6477000" y="1356233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After: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54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2AF9-311D-BFEF-2C30-36FD1AAC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Play time (</a:t>
            </a:r>
            <a:r>
              <a:rPr lang="en-SG" dirty="0" err="1"/>
              <a:t>imagecolorizer</a:t>
            </a:r>
            <a:r>
              <a:rPr lang="en-SG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5F696-1665-55F4-4AFD-C9DC150A3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32119"/>
            <a:ext cx="10515600" cy="1088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The colour has became so vibrant and easier on the eyes to capture details on the image </a:t>
            </a:r>
          </a:p>
        </p:txBody>
      </p:sp>
      <p:pic>
        <p:nvPicPr>
          <p:cNvPr id="5" name="Picture 4" descr="A river running through a valley&#10;&#10;AI-generated content may be incorrect.">
            <a:extLst>
              <a:ext uri="{FF2B5EF4-FFF2-40B4-BE49-F238E27FC236}">
                <a16:creationId xmlns:a16="http://schemas.microsoft.com/office/drawing/2014/main" id="{D7F3E79C-30B3-100B-B5FA-95BA2DD33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41" y="1889378"/>
            <a:ext cx="4129420" cy="355130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0AA5B3-C057-F3FF-4A1A-954F24E6AE40}"/>
              </a:ext>
            </a:extLst>
          </p:cNvPr>
          <p:cNvSpPr txBox="1">
            <a:spLocks/>
          </p:cNvSpPr>
          <p:nvPr/>
        </p:nvSpPr>
        <p:spPr>
          <a:xfrm>
            <a:off x="847344" y="1441577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Before:</a:t>
            </a:r>
            <a:endParaRPr lang="en-SG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635E1D-2296-6681-FD28-ECC50B0C7F33}"/>
              </a:ext>
            </a:extLst>
          </p:cNvPr>
          <p:cNvSpPr txBox="1">
            <a:spLocks/>
          </p:cNvSpPr>
          <p:nvPr/>
        </p:nvSpPr>
        <p:spPr>
          <a:xfrm>
            <a:off x="6477000" y="1356233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After:</a:t>
            </a:r>
            <a:endParaRPr lang="en-SG" dirty="0"/>
          </a:p>
        </p:txBody>
      </p:sp>
      <p:pic>
        <p:nvPicPr>
          <p:cNvPr id="9" name="Picture 8" descr="A river running through a village&#10;&#10;AI-generated content may be incorrect.">
            <a:extLst>
              <a:ext uri="{FF2B5EF4-FFF2-40B4-BE49-F238E27FC236}">
                <a16:creationId xmlns:a16="http://schemas.microsoft.com/office/drawing/2014/main" id="{90DA36C4-9204-1D3D-3FB3-21BE64FA0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815" y="1833704"/>
            <a:ext cx="4242817" cy="364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1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D069-81FC-A318-C4C2-46CA728C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Activity (</a:t>
            </a:r>
            <a:r>
              <a:rPr lang="en-SG" dirty="0" err="1"/>
              <a:t>imagecolorizer</a:t>
            </a:r>
            <a:r>
              <a:rPr lang="en-SG" dirty="0"/>
              <a:t>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906D-F64B-5B74-25E9-5592641F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6096" y="1591057"/>
            <a:ext cx="4148328" cy="47640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dirty="0"/>
              <a:t>Positive prompts: </a:t>
            </a:r>
            <a:r>
              <a:rPr lang="en-SG" dirty="0">
                <a:solidFill>
                  <a:srgbClr val="0070C0"/>
                </a:solidFill>
              </a:rPr>
              <a:t>brighter lightning</a:t>
            </a:r>
          </a:p>
          <a:p>
            <a:pPr marL="0" indent="0">
              <a:buNone/>
            </a:pPr>
            <a:r>
              <a:rPr lang="en-SG" dirty="0"/>
              <a:t>Negative prompts: </a:t>
            </a:r>
            <a:r>
              <a:rPr lang="en-SG" dirty="0">
                <a:solidFill>
                  <a:srgbClr val="0070C0"/>
                </a:solidFill>
              </a:rPr>
              <a:t>grain, blur, dark atmosphere</a:t>
            </a:r>
          </a:p>
          <a:p>
            <a:pPr marL="0" indent="0">
              <a:buNone/>
            </a:pPr>
            <a:r>
              <a:rPr lang="en-US" dirty="0"/>
              <a:t>Reflect on potential personal uses of this technology.</a:t>
            </a:r>
          </a:p>
          <a:p>
            <a:pPr marL="0" indent="0">
              <a:buNone/>
            </a:pPr>
            <a:r>
              <a:rPr lang="en-SG" dirty="0">
                <a:solidFill>
                  <a:srgbClr val="0070C0"/>
                </a:solidFill>
              </a:rPr>
              <a:t>Trying to recover old pictures from my great-grandparents or pictures taken on the move which resulted it to be blur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C24BBF-FD88-62CF-8445-962D8FD28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56498" y="1866480"/>
            <a:ext cx="2715147" cy="482692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F629D5-38BF-28AC-97A7-FCAD1F4C018F}"/>
              </a:ext>
            </a:extLst>
          </p:cNvPr>
          <p:cNvSpPr txBox="1">
            <a:spLocks/>
          </p:cNvSpPr>
          <p:nvPr/>
        </p:nvSpPr>
        <p:spPr>
          <a:xfrm>
            <a:off x="847344" y="1441577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Before:</a:t>
            </a:r>
            <a:endParaRPr lang="en-SG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29B6E65-16C4-9323-D357-46D2DB4E4723}"/>
              </a:ext>
            </a:extLst>
          </p:cNvPr>
          <p:cNvSpPr txBox="1">
            <a:spLocks/>
          </p:cNvSpPr>
          <p:nvPr/>
        </p:nvSpPr>
        <p:spPr>
          <a:xfrm>
            <a:off x="4218432" y="1429385"/>
            <a:ext cx="1530096" cy="579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After:</a:t>
            </a:r>
            <a:endParaRPr lang="en-SG" dirty="0"/>
          </a:p>
        </p:txBody>
      </p:sp>
      <p:pic>
        <p:nvPicPr>
          <p:cNvPr id="13" name="Picture 12" descr="A car parked in a parking lot&#10;&#10;AI-generated content may be incorrect.">
            <a:extLst>
              <a:ext uri="{FF2B5EF4-FFF2-40B4-BE49-F238E27FC236}">
                <a16:creationId xmlns:a16="http://schemas.microsoft.com/office/drawing/2014/main" id="{B8031E4C-E515-49EC-4894-4A09FB112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915" y="1856232"/>
            <a:ext cx="2726056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2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45E1B-7095-9F96-42D1-E9366378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Play time (Leonardo.ai)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A28CB-8D13-12D1-2288-F9BA4820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7077"/>
            <a:ext cx="10515600" cy="54988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SG" dirty="0"/>
              <a:t>Prompt: </a:t>
            </a:r>
            <a:r>
              <a:rPr lang="en-US" dirty="0"/>
              <a:t>Create an image using Leonardo.ai. It is to have a vibrant sunset sky, futuristic skyscrapers with glowing lights, people walking along a waterfront, and reflections shimmering on the water. </a:t>
            </a:r>
            <a:r>
              <a:rPr lang="en-US"/>
              <a:t>The atmosphere should feel dynamic, modern, and full of creative energy</a:t>
            </a:r>
            <a:endParaRPr lang="en-SG" dirty="0"/>
          </a:p>
        </p:txBody>
      </p:sp>
      <p:pic>
        <p:nvPicPr>
          <p:cNvPr id="2050" name="Picture 2" descr="Create an image using Leonardo.ai. It is to have a vibrant sunset sky, futuristic skyscrapers with glowing lights, people walking along a waterfront, and reflections shimmering on the water. The atmosphere should feel dynamic, modern, and full of creative energy">
            <a:extLst>
              <a:ext uri="{FF2B5EF4-FFF2-40B4-BE49-F238E27FC236}">
                <a16:creationId xmlns:a16="http://schemas.microsoft.com/office/drawing/2014/main" id="{43BDF2BA-00FB-8FF9-D04B-4F77A8871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59" y="1358159"/>
            <a:ext cx="4164250" cy="416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27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7BA3-56CC-77DC-632A-1F114364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1F72-8183-B394-1112-40AEE713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702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6753-6CB5-B7B0-D973-803ED7BF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A194D-9023-C193-7EC7-60597D81A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733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317</Words>
  <Application>Microsoft Office PowerPoint</Application>
  <PresentationFormat>Widescreen</PresentationFormat>
  <Paragraphs>30</Paragraphs>
  <Slides>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L03 AI Toys</vt:lpstr>
      <vt:lpstr>Play time (Eleven Labs) </vt:lpstr>
      <vt:lpstr>Activity (Eleven Labs) </vt:lpstr>
      <vt:lpstr>Play time (Img Upscaler)</vt:lpstr>
      <vt:lpstr>Play time (imagecolorizer)</vt:lpstr>
      <vt:lpstr>Activity (imagecolorizer) </vt:lpstr>
      <vt:lpstr>Play time (Leonardo.ai)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BERNICE POH</dc:creator>
  <cp:lastModifiedBy>BERNICE POH</cp:lastModifiedBy>
  <cp:revision>2</cp:revision>
  <dcterms:created xsi:type="dcterms:W3CDTF">2025-10-27T05:52:51Z</dcterms:created>
  <dcterms:modified xsi:type="dcterms:W3CDTF">2025-10-27T08:59:15Z</dcterms:modified>
</cp:coreProperties>
</file>